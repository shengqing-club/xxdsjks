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2"/>
  </p:sldMasterIdLst>
  <p:notesMasterIdLst>
    <p:notesMasterId r:id="rId4"/>
  </p:notesMasterIdLst>
  <p:sldIdLst>
    <p:sldId id="256" r:id="rId3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  <p:embeddedFont>
      <p:font typeface="华文仿宋" panose="02010600040101010101" pitchFamily="2" charset="-122"/>
      <p:regular r:id="rId7"/>
    </p:embeddedFont>
    <p:embeddedFont>
      <p:font typeface="华文新魏" panose="02010800040101010101" pitchFamily="2" charset="-122"/>
      <p:regular r:id="rId8"/>
    </p:embeddedFont>
    <p:embeddedFont>
      <p:font typeface="微软雅黑" panose="020B0503020204020204" pitchFamily="34" charset="-122"/>
      <p:regular r:id="rId9"/>
      <p:bold r:id="rId10"/>
    </p:embeddedFont>
  </p:embeddedFontLst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DC4"/>
    <a:srgbClr val="C7AC8C"/>
    <a:srgbClr val="DC9F56"/>
    <a:srgbClr val="EAC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864" y="48"/>
      </p:cViewPr>
      <p:guideLst>
        <p:guide orient="horz" pos="2160"/>
        <p:guide pos="39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gs" Target="tags/tag1.xml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37266-978A-4695-A784-97B54D9C3544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C87EE-B53A-49C9-9C8E-E73A938F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00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C87EE-B53A-49C9-9C8E-E73A938F8F8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035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45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10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320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23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7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DE102E30-1BB1-36CE-1F17-61D0C8518AB1}"/>
              </a:ext>
            </a:extLst>
          </p:cNvPr>
          <p:cNvSpPr txBox="1"/>
          <p:nvPr userDrawn="1"/>
        </p:nvSpPr>
        <p:spPr>
          <a:xfrm>
            <a:off x="1978522" y="6662260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45277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2546FFA-D181-4B9E-9D0B-95DF6C3063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923" y="1336"/>
            <a:ext cx="12192000" cy="686409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CF6916B-FE21-40FD-9C3A-0DD18405311B}"/>
              </a:ext>
            </a:extLst>
          </p:cNvPr>
          <p:cNvSpPr/>
          <p:nvPr userDrawn="1"/>
        </p:nvSpPr>
        <p:spPr>
          <a:xfrm>
            <a:off x="0" y="-4384"/>
            <a:ext cx="12192000" cy="6866769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1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8DE4BAC-E77C-484F-B30B-2B840E807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1116" y="0"/>
            <a:ext cx="12216384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6870565-CAE0-4621-BF6E-16B2F11752F5}"/>
              </a:ext>
            </a:extLst>
          </p:cNvPr>
          <p:cNvSpPr/>
          <p:nvPr/>
        </p:nvSpPr>
        <p:spPr>
          <a:xfrm>
            <a:off x="0" y="-4384"/>
            <a:ext cx="12192000" cy="6866769"/>
          </a:xfrm>
          <a:prstGeom prst="rect">
            <a:avLst/>
          </a:pr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753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370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777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44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542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134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886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0D9A6-56B1-4919-BB94-EE89835B0C5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B37A8-F911-4164-94E4-D3A0C42E1E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47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02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2133600" y="1681101"/>
            <a:ext cx="8082292" cy="2646878"/>
            <a:chOff x="1345286" y="1636192"/>
            <a:chExt cx="10233920" cy="2646878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3340012" y="2417794"/>
              <a:ext cx="1792672" cy="15696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9600" dirty="0">
                  <a:gradFill>
                    <a:gsLst>
                      <a:gs pos="0">
                        <a:srgbClr val="DC9F56"/>
                      </a:gs>
                      <a:gs pos="99000">
                        <a:srgbClr val="E3B479">
                          <a:alpha val="0"/>
                        </a:srgbClr>
                      </a:gs>
                      <a:gs pos="61688">
                        <a:srgbClr val="EED2B0"/>
                      </a:gs>
                      <a:gs pos="35000">
                        <a:srgbClr val="E8C294"/>
                      </a:gs>
                    </a:gsLst>
                    <a:lin ang="5400000" scaled="0"/>
                  </a:gra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花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1345286" y="1636192"/>
              <a:ext cx="2929330" cy="26468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600" dirty="0">
                  <a:gradFill>
                    <a:gsLst>
                      <a:gs pos="0">
                        <a:srgbClr val="DC9F56"/>
                      </a:gs>
                      <a:gs pos="99000">
                        <a:srgbClr val="E3B479">
                          <a:alpha val="0"/>
                        </a:srgbClr>
                      </a:gs>
                      <a:gs pos="61688">
                        <a:srgbClr val="EED2B0"/>
                      </a:gs>
                      <a:gs pos="35000">
                        <a:srgbClr val="E8C294"/>
                      </a:gs>
                    </a:gsLst>
                    <a:lin ang="5400000" scaled="0"/>
                  </a:gra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朝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7778799" y="2375960"/>
              <a:ext cx="1792672" cy="15696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9600" dirty="0">
                  <a:gradFill>
                    <a:gsLst>
                      <a:gs pos="0">
                        <a:srgbClr val="DC9F56"/>
                      </a:gs>
                      <a:gs pos="99000">
                        <a:srgbClr val="E3B479">
                          <a:alpha val="0"/>
                        </a:srgbClr>
                      </a:gs>
                      <a:gs pos="61688">
                        <a:srgbClr val="EED2B0"/>
                      </a:gs>
                      <a:gs pos="35000">
                        <a:srgbClr val="E8C294"/>
                      </a:gs>
                    </a:gsLst>
                    <a:lin ang="5400000" scaled="0"/>
                  </a:gra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夕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8909684" y="1771092"/>
              <a:ext cx="2669522" cy="24006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5000" noProof="0" dirty="0">
                  <a:gradFill>
                    <a:gsLst>
                      <a:gs pos="0">
                        <a:srgbClr val="DC9F56"/>
                      </a:gs>
                      <a:gs pos="99000">
                        <a:srgbClr val="E3B479">
                          <a:alpha val="0"/>
                        </a:srgbClr>
                      </a:gs>
                      <a:gs pos="61688">
                        <a:srgbClr val="EED2B0"/>
                      </a:gs>
                      <a:gs pos="35000">
                        <a:srgbClr val="E8C294"/>
                      </a:gs>
                    </a:gsLst>
                    <a:lin ang="5400000" scaled="0"/>
                  </a:gra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拾</a:t>
              </a: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26359" y="1483065"/>
            <a:ext cx="11129397" cy="3027054"/>
            <a:chOff x="726359" y="1483065"/>
            <a:chExt cx="11129397" cy="3027054"/>
          </a:xfrm>
        </p:grpSpPr>
        <p:sp>
          <p:nvSpPr>
            <p:cNvPr id="57" name="任意多边形 56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10584693" y="1590496"/>
              <a:ext cx="677114" cy="459972"/>
            </a:xfrm>
            <a:custGeom>
              <a:avLst/>
              <a:gdLst/>
              <a:ahLst/>
              <a:cxnLst/>
              <a:rect l="l" t="t" r="r" b="b"/>
              <a:pathLst>
                <a:path w="1278456" h="868471">
                  <a:moveTo>
                    <a:pt x="551911" y="598"/>
                  </a:moveTo>
                  <a:cubicBezTo>
                    <a:pt x="557787" y="-279"/>
                    <a:pt x="564760" y="-191"/>
                    <a:pt x="572829" y="862"/>
                  </a:cubicBezTo>
                  <a:cubicBezTo>
                    <a:pt x="623350" y="5072"/>
                    <a:pt x="663345" y="10685"/>
                    <a:pt x="692816" y="17702"/>
                  </a:cubicBezTo>
                  <a:cubicBezTo>
                    <a:pt x="716673" y="24719"/>
                    <a:pt x="727899" y="39454"/>
                    <a:pt x="726496" y="61907"/>
                  </a:cubicBezTo>
                  <a:cubicBezTo>
                    <a:pt x="725093" y="78747"/>
                    <a:pt x="724391" y="108218"/>
                    <a:pt x="724391" y="150318"/>
                  </a:cubicBezTo>
                  <a:lnTo>
                    <a:pt x="722286" y="228204"/>
                  </a:lnTo>
                  <a:lnTo>
                    <a:pt x="819117" y="226099"/>
                  </a:lnTo>
                  <a:cubicBezTo>
                    <a:pt x="894898" y="221889"/>
                    <a:pt x="945419" y="211364"/>
                    <a:pt x="970679" y="194524"/>
                  </a:cubicBezTo>
                  <a:cubicBezTo>
                    <a:pt x="1018393" y="159440"/>
                    <a:pt x="1056283" y="168562"/>
                    <a:pt x="1084350" y="221889"/>
                  </a:cubicBezTo>
                  <a:cubicBezTo>
                    <a:pt x="1102594" y="254166"/>
                    <a:pt x="1108207" y="280830"/>
                    <a:pt x="1101191" y="301880"/>
                  </a:cubicBezTo>
                  <a:cubicBezTo>
                    <a:pt x="1094174" y="321527"/>
                    <a:pt x="1075930" y="332754"/>
                    <a:pt x="1046460" y="335561"/>
                  </a:cubicBezTo>
                  <a:cubicBezTo>
                    <a:pt x="987519" y="338367"/>
                    <a:pt x="879461" y="341174"/>
                    <a:pt x="722286" y="343981"/>
                  </a:cubicBezTo>
                  <a:lnTo>
                    <a:pt x="722286" y="514488"/>
                  </a:lnTo>
                  <a:cubicBezTo>
                    <a:pt x="894898" y="506068"/>
                    <a:pt x="974889" y="502559"/>
                    <a:pt x="962259" y="503963"/>
                  </a:cubicBezTo>
                  <a:cubicBezTo>
                    <a:pt x="1007166" y="502559"/>
                    <a:pt x="1042250" y="494841"/>
                    <a:pt x="1067510" y="480807"/>
                  </a:cubicBezTo>
                  <a:cubicBezTo>
                    <a:pt x="1081544" y="473791"/>
                    <a:pt x="1093472" y="470984"/>
                    <a:pt x="1103296" y="472387"/>
                  </a:cubicBezTo>
                  <a:cubicBezTo>
                    <a:pt x="1115926" y="472387"/>
                    <a:pt x="1128556" y="475896"/>
                    <a:pt x="1141186" y="482912"/>
                  </a:cubicBezTo>
                  <a:cubicBezTo>
                    <a:pt x="1177673" y="502559"/>
                    <a:pt x="1212757" y="527118"/>
                    <a:pt x="1246437" y="556588"/>
                  </a:cubicBezTo>
                  <a:cubicBezTo>
                    <a:pt x="1270294" y="579042"/>
                    <a:pt x="1280819" y="600794"/>
                    <a:pt x="1278013" y="621844"/>
                  </a:cubicBezTo>
                  <a:cubicBezTo>
                    <a:pt x="1275206" y="641491"/>
                    <a:pt x="1261874" y="654823"/>
                    <a:pt x="1238017" y="661839"/>
                  </a:cubicBezTo>
                  <a:cubicBezTo>
                    <a:pt x="1201530" y="673066"/>
                    <a:pt x="1174165" y="687801"/>
                    <a:pt x="1155921" y="706045"/>
                  </a:cubicBezTo>
                  <a:cubicBezTo>
                    <a:pt x="1150308" y="711658"/>
                    <a:pt x="1117329" y="751654"/>
                    <a:pt x="1056985" y="826031"/>
                  </a:cubicBezTo>
                  <a:cubicBezTo>
                    <a:pt x="1026111" y="861115"/>
                    <a:pt x="1005061" y="874447"/>
                    <a:pt x="993834" y="866027"/>
                  </a:cubicBezTo>
                  <a:cubicBezTo>
                    <a:pt x="981204" y="859010"/>
                    <a:pt x="979801" y="832346"/>
                    <a:pt x="989624" y="786036"/>
                  </a:cubicBezTo>
                  <a:cubicBezTo>
                    <a:pt x="993834" y="764986"/>
                    <a:pt x="1008569" y="708150"/>
                    <a:pt x="1033830" y="615529"/>
                  </a:cubicBezTo>
                  <a:lnTo>
                    <a:pt x="67623" y="653419"/>
                  </a:lnTo>
                  <a:cubicBezTo>
                    <a:pt x="38153" y="654823"/>
                    <a:pt x="17804" y="637281"/>
                    <a:pt x="6578" y="600794"/>
                  </a:cubicBezTo>
                  <a:cubicBezTo>
                    <a:pt x="-439" y="575534"/>
                    <a:pt x="-1843" y="558693"/>
                    <a:pt x="2367" y="550273"/>
                  </a:cubicBezTo>
                  <a:cubicBezTo>
                    <a:pt x="7981" y="541853"/>
                    <a:pt x="21313" y="537643"/>
                    <a:pt x="42363" y="537643"/>
                  </a:cubicBezTo>
                  <a:lnTo>
                    <a:pt x="534939" y="520803"/>
                  </a:lnTo>
                  <a:lnTo>
                    <a:pt x="534939" y="348191"/>
                  </a:lnTo>
                  <a:cubicBezTo>
                    <a:pt x="443721" y="349594"/>
                    <a:pt x="320226" y="353102"/>
                    <a:pt x="164454" y="358716"/>
                  </a:cubicBezTo>
                  <a:cubicBezTo>
                    <a:pt x="130774" y="360119"/>
                    <a:pt x="109022" y="345384"/>
                    <a:pt x="99199" y="314510"/>
                  </a:cubicBezTo>
                  <a:cubicBezTo>
                    <a:pt x="92182" y="287847"/>
                    <a:pt x="90778" y="270305"/>
                    <a:pt x="94988" y="261885"/>
                  </a:cubicBezTo>
                  <a:cubicBezTo>
                    <a:pt x="99199" y="253465"/>
                    <a:pt x="111127" y="248553"/>
                    <a:pt x="130774" y="247150"/>
                  </a:cubicBezTo>
                  <a:cubicBezTo>
                    <a:pt x="254269" y="241536"/>
                    <a:pt x="388990" y="237326"/>
                    <a:pt x="534939" y="234519"/>
                  </a:cubicBezTo>
                  <a:lnTo>
                    <a:pt x="532834" y="144003"/>
                  </a:lnTo>
                  <a:cubicBezTo>
                    <a:pt x="532834" y="110323"/>
                    <a:pt x="531430" y="73836"/>
                    <a:pt x="528624" y="34542"/>
                  </a:cubicBezTo>
                  <a:cubicBezTo>
                    <a:pt x="526519" y="14544"/>
                    <a:pt x="534281" y="3230"/>
                    <a:pt x="551911" y="598"/>
                  </a:cubicBezTo>
                  <a:close/>
                </a:path>
              </a:pathLst>
            </a:custGeom>
            <a:solidFill>
              <a:srgbClr val="EAC89F">
                <a:alpha val="25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任意多边形 49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7413085" y="3887537"/>
              <a:ext cx="511961" cy="622582"/>
            </a:xfrm>
            <a:custGeom>
              <a:avLst/>
              <a:gdLst/>
              <a:ahLst/>
              <a:cxnLst/>
              <a:rect l="l" t="t" r="r" b="b"/>
              <a:pathLst>
                <a:path w="1109170" h="1348831">
                  <a:moveTo>
                    <a:pt x="408560" y="53"/>
                  </a:moveTo>
                  <a:cubicBezTo>
                    <a:pt x="413175" y="-190"/>
                    <a:pt x="419126" y="417"/>
                    <a:pt x="426412" y="1875"/>
                  </a:cubicBezTo>
                  <a:cubicBezTo>
                    <a:pt x="454587" y="5761"/>
                    <a:pt x="481791" y="14019"/>
                    <a:pt x="508023" y="26649"/>
                  </a:cubicBezTo>
                  <a:cubicBezTo>
                    <a:pt x="526482" y="34421"/>
                    <a:pt x="535712" y="49966"/>
                    <a:pt x="535712" y="73283"/>
                  </a:cubicBezTo>
                  <a:cubicBezTo>
                    <a:pt x="534740" y="97572"/>
                    <a:pt x="534255" y="150522"/>
                    <a:pt x="534255" y="232132"/>
                  </a:cubicBezTo>
                  <a:lnTo>
                    <a:pt x="534255" y="253992"/>
                  </a:lnTo>
                  <a:lnTo>
                    <a:pt x="716420" y="246705"/>
                  </a:lnTo>
                  <a:cubicBezTo>
                    <a:pt x="742652" y="245734"/>
                    <a:pt x="763055" y="241362"/>
                    <a:pt x="777628" y="233589"/>
                  </a:cubicBezTo>
                  <a:cubicBezTo>
                    <a:pt x="790258" y="223874"/>
                    <a:pt x="806288" y="222416"/>
                    <a:pt x="825719" y="229217"/>
                  </a:cubicBezTo>
                  <a:cubicBezTo>
                    <a:pt x="849037" y="235047"/>
                    <a:pt x="869439" y="244762"/>
                    <a:pt x="886927" y="258364"/>
                  </a:cubicBezTo>
                  <a:cubicBezTo>
                    <a:pt x="902472" y="270022"/>
                    <a:pt x="906358" y="286539"/>
                    <a:pt x="898586" y="307913"/>
                  </a:cubicBezTo>
                  <a:cubicBezTo>
                    <a:pt x="891785" y="324429"/>
                    <a:pt x="886927" y="346289"/>
                    <a:pt x="884013" y="373492"/>
                  </a:cubicBezTo>
                  <a:cubicBezTo>
                    <a:pt x="881098" y="404582"/>
                    <a:pt x="876726" y="472591"/>
                    <a:pt x="870897" y="577518"/>
                  </a:cubicBezTo>
                  <a:lnTo>
                    <a:pt x="876726" y="577518"/>
                  </a:lnTo>
                  <a:cubicBezTo>
                    <a:pt x="913645" y="576546"/>
                    <a:pt x="943277" y="569746"/>
                    <a:pt x="965623" y="557115"/>
                  </a:cubicBezTo>
                  <a:cubicBezTo>
                    <a:pt x="976310" y="551286"/>
                    <a:pt x="986511" y="548857"/>
                    <a:pt x="996227" y="549829"/>
                  </a:cubicBezTo>
                  <a:cubicBezTo>
                    <a:pt x="1001084" y="548857"/>
                    <a:pt x="1008371" y="550315"/>
                    <a:pt x="1018086" y="554201"/>
                  </a:cubicBezTo>
                  <a:cubicBezTo>
                    <a:pt x="1046261" y="567803"/>
                    <a:pt x="1070550" y="582376"/>
                    <a:pt x="1090953" y="597921"/>
                  </a:cubicBezTo>
                  <a:cubicBezTo>
                    <a:pt x="1110384" y="613465"/>
                    <a:pt x="1114270" y="630953"/>
                    <a:pt x="1102611" y="650384"/>
                  </a:cubicBezTo>
                  <a:cubicBezTo>
                    <a:pt x="1092896" y="667872"/>
                    <a:pt x="1086581" y="688275"/>
                    <a:pt x="1083666" y="711592"/>
                  </a:cubicBezTo>
                  <a:cubicBezTo>
                    <a:pt x="1080751" y="736852"/>
                    <a:pt x="1075894" y="793688"/>
                    <a:pt x="1069093" y="882099"/>
                  </a:cubicBezTo>
                  <a:cubicBezTo>
                    <a:pt x="1062292" y="970510"/>
                    <a:pt x="1055491" y="1041433"/>
                    <a:pt x="1048690" y="1094868"/>
                  </a:cubicBezTo>
                  <a:cubicBezTo>
                    <a:pt x="1039946" y="1157047"/>
                    <a:pt x="1013229" y="1197852"/>
                    <a:pt x="968537" y="1217283"/>
                  </a:cubicBezTo>
                  <a:cubicBezTo>
                    <a:pt x="905387" y="1244487"/>
                    <a:pt x="871868" y="1239629"/>
                    <a:pt x="867982" y="1202710"/>
                  </a:cubicBezTo>
                  <a:cubicBezTo>
                    <a:pt x="866039" y="1185222"/>
                    <a:pt x="837378" y="1161419"/>
                    <a:pt x="782000" y="1131301"/>
                  </a:cubicBezTo>
                  <a:cubicBezTo>
                    <a:pt x="768398" y="1123529"/>
                    <a:pt x="762569" y="1116242"/>
                    <a:pt x="764512" y="1109441"/>
                  </a:cubicBezTo>
                  <a:cubicBezTo>
                    <a:pt x="766455" y="1103612"/>
                    <a:pt x="775685" y="1101183"/>
                    <a:pt x="792201" y="1102155"/>
                  </a:cubicBezTo>
                  <a:cubicBezTo>
                    <a:pt x="838835" y="1104098"/>
                    <a:pt x="869439" y="1103612"/>
                    <a:pt x="884013" y="1100697"/>
                  </a:cubicBezTo>
                  <a:cubicBezTo>
                    <a:pt x="894699" y="1098754"/>
                    <a:pt x="900529" y="1092925"/>
                    <a:pt x="901500" y="1083209"/>
                  </a:cubicBezTo>
                  <a:cubicBezTo>
                    <a:pt x="917045" y="973424"/>
                    <a:pt x="930161" y="833035"/>
                    <a:pt x="940848" y="662043"/>
                  </a:cubicBezTo>
                  <a:lnTo>
                    <a:pt x="535712" y="679531"/>
                  </a:lnTo>
                  <a:lnTo>
                    <a:pt x="538626" y="1204167"/>
                  </a:lnTo>
                  <a:cubicBezTo>
                    <a:pt x="538626" y="1259546"/>
                    <a:pt x="528425" y="1299379"/>
                    <a:pt x="508023" y="1323668"/>
                  </a:cubicBezTo>
                  <a:cubicBezTo>
                    <a:pt x="495393" y="1338241"/>
                    <a:pt x="481305" y="1346499"/>
                    <a:pt x="465760" y="1348443"/>
                  </a:cubicBezTo>
                  <a:cubicBezTo>
                    <a:pt x="450215" y="1350386"/>
                    <a:pt x="437100" y="1345042"/>
                    <a:pt x="426412" y="1332412"/>
                  </a:cubicBezTo>
                  <a:cubicBezTo>
                    <a:pt x="410868" y="1313953"/>
                    <a:pt x="403095" y="1275091"/>
                    <a:pt x="403095" y="1215826"/>
                  </a:cubicBezTo>
                  <a:cubicBezTo>
                    <a:pt x="405038" y="1081752"/>
                    <a:pt x="405038" y="904930"/>
                    <a:pt x="403095" y="685360"/>
                  </a:cubicBezTo>
                  <a:lnTo>
                    <a:pt x="57709" y="701391"/>
                  </a:lnTo>
                  <a:cubicBezTo>
                    <a:pt x="32449" y="702362"/>
                    <a:pt x="14961" y="688760"/>
                    <a:pt x="5246" y="660586"/>
                  </a:cubicBezTo>
                  <a:cubicBezTo>
                    <a:pt x="-584" y="640183"/>
                    <a:pt x="-1555" y="627067"/>
                    <a:pt x="2331" y="621238"/>
                  </a:cubicBezTo>
                  <a:cubicBezTo>
                    <a:pt x="6217" y="615408"/>
                    <a:pt x="17390" y="612008"/>
                    <a:pt x="35849" y="611036"/>
                  </a:cubicBezTo>
                  <a:cubicBezTo>
                    <a:pt x="164094" y="607150"/>
                    <a:pt x="286509" y="602778"/>
                    <a:pt x="403095" y="597921"/>
                  </a:cubicBezTo>
                  <a:lnTo>
                    <a:pt x="401638" y="338517"/>
                  </a:lnTo>
                  <a:lnTo>
                    <a:pt x="155350" y="348718"/>
                  </a:lnTo>
                  <a:cubicBezTo>
                    <a:pt x="135919" y="349689"/>
                    <a:pt x="122317" y="337545"/>
                    <a:pt x="114545" y="312285"/>
                  </a:cubicBezTo>
                  <a:cubicBezTo>
                    <a:pt x="109687" y="294797"/>
                    <a:pt x="108716" y="283138"/>
                    <a:pt x="111630" y="277309"/>
                  </a:cubicBezTo>
                  <a:cubicBezTo>
                    <a:pt x="114545" y="271480"/>
                    <a:pt x="123289" y="268565"/>
                    <a:pt x="137862" y="268565"/>
                  </a:cubicBezTo>
                  <a:lnTo>
                    <a:pt x="400181" y="259821"/>
                  </a:lnTo>
                  <a:lnTo>
                    <a:pt x="400181" y="221931"/>
                  </a:lnTo>
                  <a:cubicBezTo>
                    <a:pt x="398238" y="128662"/>
                    <a:pt x="395809" y="65025"/>
                    <a:pt x="392894" y="31021"/>
                  </a:cubicBezTo>
                  <a:cubicBezTo>
                    <a:pt x="391922" y="16448"/>
                    <a:pt x="393866" y="7218"/>
                    <a:pt x="398723" y="3332"/>
                  </a:cubicBezTo>
                  <a:cubicBezTo>
                    <a:pt x="400666" y="1389"/>
                    <a:pt x="403945" y="296"/>
                    <a:pt x="408560" y="53"/>
                  </a:cubicBezTo>
                  <a:close/>
                  <a:moveTo>
                    <a:pt x="754311" y="323943"/>
                  </a:moveTo>
                  <a:lnTo>
                    <a:pt x="534255" y="332687"/>
                  </a:lnTo>
                  <a:lnTo>
                    <a:pt x="535712" y="592091"/>
                  </a:lnTo>
                  <a:lnTo>
                    <a:pt x="739737" y="583347"/>
                  </a:lnTo>
                  <a:cubicBezTo>
                    <a:pt x="746538" y="452188"/>
                    <a:pt x="751396" y="365720"/>
                    <a:pt x="754311" y="323943"/>
                  </a:cubicBezTo>
                  <a:close/>
                </a:path>
              </a:pathLst>
            </a:custGeom>
            <a:solidFill>
              <a:srgbClr val="EAC89F">
                <a:alpha val="25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任意多边形 48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3547349" y="3988168"/>
              <a:ext cx="444867" cy="377148"/>
            </a:xfrm>
            <a:custGeom>
              <a:avLst/>
              <a:gdLst/>
              <a:ahLst/>
              <a:cxnLst/>
              <a:rect l="l" t="t" r="r" b="b"/>
              <a:pathLst>
                <a:path w="274544" h="232752">
                  <a:moveTo>
                    <a:pt x="63318" y="112"/>
                  </a:moveTo>
                  <a:cubicBezTo>
                    <a:pt x="140040" y="2025"/>
                    <a:pt x="199654" y="28484"/>
                    <a:pt x="242159" y="79491"/>
                  </a:cubicBezTo>
                  <a:cubicBezTo>
                    <a:pt x="281021" y="124182"/>
                    <a:pt x="284907" y="165473"/>
                    <a:pt x="253817" y="203363"/>
                  </a:cubicBezTo>
                  <a:cubicBezTo>
                    <a:pt x="237301" y="224737"/>
                    <a:pt x="218842" y="234453"/>
                    <a:pt x="198439" y="232510"/>
                  </a:cubicBezTo>
                  <a:cubicBezTo>
                    <a:pt x="177065" y="231538"/>
                    <a:pt x="159577" y="219880"/>
                    <a:pt x="145975" y="197534"/>
                  </a:cubicBezTo>
                  <a:cubicBezTo>
                    <a:pt x="118772" y="156729"/>
                    <a:pt x="74081" y="103294"/>
                    <a:pt x="11901" y="37228"/>
                  </a:cubicBezTo>
                  <a:cubicBezTo>
                    <a:pt x="-8501" y="15854"/>
                    <a:pt x="-2672" y="3710"/>
                    <a:pt x="29389" y="795"/>
                  </a:cubicBezTo>
                  <a:cubicBezTo>
                    <a:pt x="41048" y="66"/>
                    <a:pt x="52357" y="-161"/>
                    <a:pt x="63318" y="112"/>
                  </a:cubicBezTo>
                  <a:close/>
                </a:path>
              </a:pathLst>
            </a:custGeom>
            <a:solidFill>
              <a:srgbClr val="EAC89F">
                <a:alpha val="25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任意多边形 47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726359" y="2251428"/>
              <a:ext cx="336977" cy="584328"/>
            </a:xfrm>
            <a:custGeom>
              <a:avLst/>
              <a:gdLst/>
              <a:ahLst/>
              <a:cxnLst/>
              <a:rect l="l" t="t" r="r" b="b"/>
              <a:pathLst>
                <a:path w="636244" h="1103267">
                  <a:moveTo>
                    <a:pt x="288651" y="0"/>
                  </a:moveTo>
                  <a:cubicBezTo>
                    <a:pt x="299878" y="0"/>
                    <a:pt x="309000" y="702"/>
                    <a:pt x="316016" y="2105"/>
                  </a:cubicBezTo>
                  <a:cubicBezTo>
                    <a:pt x="355310" y="9122"/>
                    <a:pt x="389692" y="21051"/>
                    <a:pt x="419163" y="37891"/>
                  </a:cubicBezTo>
                  <a:cubicBezTo>
                    <a:pt x="445826" y="50521"/>
                    <a:pt x="453545" y="71571"/>
                    <a:pt x="442318" y="101042"/>
                  </a:cubicBezTo>
                  <a:cubicBezTo>
                    <a:pt x="429688" y="130512"/>
                    <a:pt x="421969" y="168402"/>
                    <a:pt x="419163" y="214713"/>
                  </a:cubicBezTo>
                  <a:cubicBezTo>
                    <a:pt x="414952" y="314351"/>
                    <a:pt x="411444" y="504505"/>
                    <a:pt x="408637" y="785175"/>
                  </a:cubicBezTo>
                  <a:lnTo>
                    <a:pt x="549674" y="719919"/>
                  </a:lnTo>
                  <a:cubicBezTo>
                    <a:pt x="598791" y="698869"/>
                    <a:pt x="626858" y="694658"/>
                    <a:pt x="633875" y="707289"/>
                  </a:cubicBezTo>
                  <a:cubicBezTo>
                    <a:pt x="642295" y="719919"/>
                    <a:pt x="628262" y="749389"/>
                    <a:pt x="591775" y="795700"/>
                  </a:cubicBezTo>
                  <a:cubicBezTo>
                    <a:pt x="565111" y="827977"/>
                    <a:pt x="528624" y="866569"/>
                    <a:pt x="482313" y="911476"/>
                  </a:cubicBezTo>
                  <a:cubicBezTo>
                    <a:pt x="428986" y="961997"/>
                    <a:pt x="394604" y="995677"/>
                    <a:pt x="379167" y="1012517"/>
                  </a:cubicBezTo>
                  <a:lnTo>
                    <a:pt x="324436" y="1079878"/>
                  </a:lnTo>
                  <a:cubicBezTo>
                    <a:pt x="301983" y="1107945"/>
                    <a:pt x="278126" y="1110752"/>
                    <a:pt x="252866" y="1088298"/>
                  </a:cubicBezTo>
                  <a:cubicBezTo>
                    <a:pt x="217782" y="1057424"/>
                    <a:pt x="183400" y="1015324"/>
                    <a:pt x="149719" y="961997"/>
                  </a:cubicBezTo>
                  <a:cubicBezTo>
                    <a:pt x="141299" y="946560"/>
                    <a:pt x="137791" y="933930"/>
                    <a:pt x="139194" y="924106"/>
                  </a:cubicBezTo>
                  <a:cubicBezTo>
                    <a:pt x="139194" y="914283"/>
                    <a:pt x="144106" y="906564"/>
                    <a:pt x="153929" y="900951"/>
                  </a:cubicBezTo>
                  <a:cubicBezTo>
                    <a:pt x="215677" y="858850"/>
                    <a:pt x="246550" y="816750"/>
                    <a:pt x="246550" y="774649"/>
                  </a:cubicBezTo>
                  <a:cubicBezTo>
                    <a:pt x="246550" y="593617"/>
                    <a:pt x="247954" y="385220"/>
                    <a:pt x="250761" y="149457"/>
                  </a:cubicBezTo>
                  <a:lnTo>
                    <a:pt x="61308" y="166297"/>
                  </a:lnTo>
                  <a:cubicBezTo>
                    <a:pt x="34645" y="167701"/>
                    <a:pt x="16401" y="150159"/>
                    <a:pt x="6578" y="113672"/>
                  </a:cubicBezTo>
                  <a:cubicBezTo>
                    <a:pt x="-439" y="87008"/>
                    <a:pt x="-1842" y="69466"/>
                    <a:pt x="2368" y="61046"/>
                  </a:cubicBezTo>
                  <a:cubicBezTo>
                    <a:pt x="6578" y="54029"/>
                    <a:pt x="17804" y="49819"/>
                    <a:pt x="36048" y="48416"/>
                  </a:cubicBezTo>
                  <a:lnTo>
                    <a:pt x="196030" y="31576"/>
                  </a:lnTo>
                  <a:cubicBezTo>
                    <a:pt x="224097" y="30172"/>
                    <a:pt x="247954" y="22454"/>
                    <a:pt x="267601" y="8421"/>
                  </a:cubicBezTo>
                  <a:lnTo>
                    <a:pt x="288651" y="0"/>
                  </a:lnTo>
                  <a:close/>
                </a:path>
              </a:pathLst>
            </a:custGeom>
            <a:solidFill>
              <a:srgbClr val="EAC89F">
                <a:alpha val="25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6" name="任意多边形 45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4530125" y="1499190"/>
              <a:ext cx="710977" cy="729759"/>
            </a:xfrm>
            <a:custGeom>
              <a:avLst/>
              <a:gdLst/>
              <a:ahLst/>
              <a:cxnLst/>
              <a:rect l="l" t="t" r="r" b="b"/>
              <a:pathLst>
                <a:path w="1112901" h="1142301">
                  <a:moveTo>
                    <a:pt x="536049" y="19"/>
                  </a:moveTo>
                  <a:cubicBezTo>
                    <a:pt x="539404" y="107"/>
                    <a:pt x="543011" y="501"/>
                    <a:pt x="546870" y="1203"/>
                  </a:cubicBezTo>
                  <a:cubicBezTo>
                    <a:pt x="574937" y="5413"/>
                    <a:pt x="609319" y="14535"/>
                    <a:pt x="650016" y="28568"/>
                  </a:cubicBezTo>
                  <a:cubicBezTo>
                    <a:pt x="678083" y="39795"/>
                    <a:pt x="690713" y="64354"/>
                    <a:pt x="687907" y="102244"/>
                  </a:cubicBezTo>
                  <a:cubicBezTo>
                    <a:pt x="685100" y="127504"/>
                    <a:pt x="682293" y="166096"/>
                    <a:pt x="679487" y="218020"/>
                  </a:cubicBezTo>
                  <a:cubicBezTo>
                    <a:pt x="671067" y="328885"/>
                    <a:pt x="654928" y="427119"/>
                    <a:pt x="631071" y="512724"/>
                  </a:cubicBezTo>
                  <a:lnTo>
                    <a:pt x="795263" y="504304"/>
                  </a:lnTo>
                  <a:cubicBezTo>
                    <a:pt x="890691" y="498690"/>
                    <a:pt x="952438" y="485358"/>
                    <a:pt x="980505" y="464308"/>
                  </a:cubicBezTo>
                  <a:cubicBezTo>
                    <a:pt x="1026816" y="429224"/>
                    <a:pt x="1064706" y="439750"/>
                    <a:pt x="1094177" y="495883"/>
                  </a:cubicBezTo>
                  <a:cubicBezTo>
                    <a:pt x="1112420" y="528161"/>
                    <a:pt x="1117332" y="555526"/>
                    <a:pt x="1108912" y="577979"/>
                  </a:cubicBezTo>
                  <a:cubicBezTo>
                    <a:pt x="1101895" y="600433"/>
                    <a:pt x="1084353" y="611660"/>
                    <a:pt x="1056286" y="611660"/>
                  </a:cubicBezTo>
                  <a:cubicBezTo>
                    <a:pt x="900514" y="614467"/>
                    <a:pt x="746146" y="619378"/>
                    <a:pt x="593181" y="626395"/>
                  </a:cubicBezTo>
                  <a:cubicBezTo>
                    <a:pt x="499156" y="862158"/>
                    <a:pt x="329351" y="1031261"/>
                    <a:pt x="83764" y="1133706"/>
                  </a:cubicBezTo>
                  <a:cubicBezTo>
                    <a:pt x="59908" y="1143529"/>
                    <a:pt x="45172" y="1144933"/>
                    <a:pt x="39559" y="1137916"/>
                  </a:cubicBezTo>
                  <a:cubicBezTo>
                    <a:pt x="35349" y="1129496"/>
                    <a:pt x="43067" y="1116866"/>
                    <a:pt x="62714" y="1100026"/>
                  </a:cubicBezTo>
                  <a:cubicBezTo>
                    <a:pt x="221293" y="961094"/>
                    <a:pt x="335666" y="806024"/>
                    <a:pt x="405833" y="634815"/>
                  </a:cubicBezTo>
                  <a:cubicBezTo>
                    <a:pt x="334262" y="637622"/>
                    <a:pt x="218486" y="643235"/>
                    <a:pt x="58504" y="651655"/>
                  </a:cubicBezTo>
                  <a:cubicBezTo>
                    <a:pt x="31841" y="651655"/>
                    <a:pt x="14299" y="635517"/>
                    <a:pt x="5879" y="603240"/>
                  </a:cubicBezTo>
                  <a:cubicBezTo>
                    <a:pt x="-6752" y="562543"/>
                    <a:pt x="967" y="540791"/>
                    <a:pt x="29034" y="537984"/>
                  </a:cubicBezTo>
                  <a:cubicBezTo>
                    <a:pt x="180596" y="530967"/>
                    <a:pt x="318826" y="525354"/>
                    <a:pt x="443724" y="521144"/>
                  </a:cubicBezTo>
                  <a:cubicBezTo>
                    <a:pt x="473194" y="417296"/>
                    <a:pt x="492139" y="305028"/>
                    <a:pt x="500560" y="184340"/>
                  </a:cubicBezTo>
                  <a:cubicBezTo>
                    <a:pt x="501963" y="164693"/>
                    <a:pt x="502665" y="117681"/>
                    <a:pt x="502665" y="43303"/>
                  </a:cubicBezTo>
                  <a:cubicBezTo>
                    <a:pt x="501437" y="13833"/>
                    <a:pt x="512565" y="-595"/>
                    <a:pt x="536049" y="19"/>
                  </a:cubicBezTo>
                  <a:close/>
                </a:path>
              </a:pathLst>
            </a:custGeom>
            <a:solidFill>
              <a:srgbClr val="EAC89F">
                <a:alpha val="25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5" name="任意多边形 44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1135913" y="3429000"/>
              <a:ext cx="487726" cy="913691"/>
            </a:xfrm>
            <a:custGeom>
              <a:avLst/>
              <a:gdLst/>
              <a:ahLst/>
              <a:cxnLst/>
              <a:rect l="l" t="t" r="r" b="b"/>
              <a:pathLst>
                <a:path w="605876" h="1135029">
                  <a:moveTo>
                    <a:pt x="271633" y="87"/>
                  </a:moveTo>
                  <a:cubicBezTo>
                    <a:pt x="276551" y="-278"/>
                    <a:pt x="282411" y="512"/>
                    <a:pt x="289212" y="2455"/>
                  </a:cubicBezTo>
                  <a:cubicBezTo>
                    <a:pt x="330988" y="17028"/>
                    <a:pt x="360135" y="32087"/>
                    <a:pt x="376651" y="47632"/>
                  </a:cubicBezTo>
                  <a:cubicBezTo>
                    <a:pt x="396082" y="65120"/>
                    <a:pt x="402883" y="88437"/>
                    <a:pt x="397054" y="117584"/>
                  </a:cubicBezTo>
                  <a:cubicBezTo>
                    <a:pt x="375680" y="208909"/>
                    <a:pt x="349934" y="304121"/>
                    <a:pt x="319816" y="403219"/>
                  </a:cubicBezTo>
                  <a:lnTo>
                    <a:pt x="434944" y="398847"/>
                  </a:lnTo>
                  <a:cubicBezTo>
                    <a:pt x="445631" y="398847"/>
                    <a:pt x="453890" y="398361"/>
                    <a:pt x="459719" y="397390"/>
                  </a:cubicBezTo>
                  <a:cubicBezTo>
                    <a:pt x="461662" y="377959"/>
                    <a:pt x="462634" y="363386"/>
                    <a:pt x="462634" y="353670"/>
                  </a:cubicBezTo>
                  <a:cubicBezTo>
                    <a:pt x="463605" y="328410"/>
                    <a:pt x="475264" y="317723"/>
                    <a:pt x="497609" y="321609"/>
                  </a:cubicBezTo>
                  <a:cubicBezTo>
                    <a:pt x="522870" y="326467"/>
                    <a:pt x="548616" y="334725"/>
                    <a:pt x="574848" y="346384"/>
                  </a:cubicBezTo>
                  <a:cubicBezTo>
                    <a:pt x="597193" y="355128"/>
                    <a:pt x="606423" y="373587"/>
                    <a:pt x="602537" y="401762"/>
                  </a:cubicBezTo>
                  <a:lnTo>
                    <a:pt x="596707" y="425079"/>
                  </a:lnTo>
                  <a:cubicBezTo>
                    <a:pt x="593793" y="435766"/>
                    <a:pt x="591850" y="444510"/>
                    <a:pt x="590878" y="451311"/>
                  </a:cubicBezTo>
                  <a:cubicBezTo>
                    <a:pt x="562703" y="621332"/>
                    <a:pt x="518983" y="755892"/>
                    <a:pt x="459719" y="854990"/>
                  </a:cubicBezTo>
                  <a:cubicBezTo>
                    <a:pt x="506353" y="896766"/>
                    <a:pt x="549102" y="938543"/>
                    <a:pt x="587963" y="980320"/>
                  </a:cubicBezTo>
                  <a:cubicBezTo>
                    <a:pt x="613224" y="1005580"/>
                    <a:pt x="611767" y="1042985"/>
                    <a:pt x="583591" y="1092534"/>
                  </a:cubicBezTo>
                  <a:cubicBezTo>
                    <a:pt x="555417" y="1144998"/>
                    <a:pt x="524327" y="1148884"/>
                    <a:pt x="490323" y="1104192"/>
                  </a:cubicBezTo>
                  <a:cubicBezTo>
                    <a:pt x="452432" y="1054643"/>
                    <a:pt x="414056" y="1008980"/>
                    <a:pt x="375194" y="967204"/>
                  </a:cubicBezTo>
                  <a:cubicBezTo>
                    <a:pt x="314958" y="1031326"/>
                    <a:pt x="239663" y="1083790"/>
                    <a:pt x="149309" y="1124595"/>
                  </a:cubicBezTo>
                  <a:cubicBezTo>
                    <a:pt x="131821" y="1132367"/>
                    <a:pt x="121619" y="1133339"/>
                    <a:pt x="118705" y="1127510"/>
                  </a:cubicBezTo>
                  <a:cubicBezTo>
                    <a:pt x="115790" y="1121680"/>
                    <a:pt x="121134" y="1111965"/>
                    <a:pt x="134735" y="1098363"/>
                  </a:cubicBezTo>
                  <a:cubicBezTo>
                    <a:pt x="204687" y="1033269"/>
                    <a:pt x="261037" y="964775"/>
                    <a:pt x="303785" y="892880"/>
                  </a:cubicBezTo>
                  <a:cubicBezTo>
                    <a:pt x="286297" y="874421"/>
                    <a:pt x="225090" y="815642"/>
                    <a:pt x="120162" y="716544"/>
                  </a:cubicBezTo>
                  <a:cubicBezTo>
                    <a:pt x="102674" y="700028"/>
                    <a:pt x="95388" y="683997"/>
                    <a:pt x="98302" y="668452"/>
                  </a:cubicBezTo>
                  <a:cubicBezTo>
                    <a:pt x="100245" y="652907"/>
                    <a:pt x="104132" y="638820"/>
                    <a:pt x="109961" y="626190"/>
                  </a:cubicBezTo>
                  <a:cubicBezTo>
                    <a:pt x="126477" y="583442"/>
                    <a:pt x="141050" y="541179"/>
                    <a:pt x="153681" y="499402"/>
                  </a:cubicBezTo>
                  <a:lnTo>
                    <a:pt x="57497" y="503774"/>
                  </a:lnTo>
                  <a:cubicBezTo>
                    <a:pt x="33208" y="505718"/>
                    <a:pt x="16206" y="493573"/>
                    <a:pt x="6491" y="467341"/>
                  </a:cubicBezTo>
                  <a:cubicBezTo>
                    <a:pt x="-310" y="444024"/>
                    <a:pt x="-1767" y="429451"/>
                    <a:pt x="2119" y="423622"/>
                  </a:cubicBezTo>
                  <a:cubicBezTo>
                    <a:pt x="5033" y="417792"/>
                    <a:pt x="16206" y="414392"/>
                    <a:pt x="35637" y="413420"/>
                  </a:cubicBezTo>
                  <a:lnTo>
                    <a:pt x="182827" y="407591"/>
                  </a:lnTo>
                  <a:cubicBezTo>
                    <a:pt x="208087" y="323066"/>
                    <a:pt x="228490" y="235627"/>
                    <a:pt x="244035" y="145273"/>
                  </a:cubicBezTo>
                  <a:cubicBezTo>
                    <a:pt x="250836" y="107382"/>
                    <a:pt x="253750" y="70463"/>
                    <a:pt x="252779" y="34516"/>
                  </a:cubicBezTo>
                  <a:cubicBezTo>
                    <a:pt x="250593" y="12656"/>
                    <a:pt x="256877" y="1180"/>
                    <a:pt x="271633" y="87"/>
                  </a:cubicBezTo>
                  <a:close/>
                  <a:moveTo>
                    <a:pt x="445146" y="486287"/>
                  </a:moveTo>
                  <a:lnTo>
                    <a:pt x="289212" y="493573"/>
                  </a:lnTo>
                  <a:cubicBezTo>
                    <a:pt x="267838" y="552838"/>
                    <a:pt x="245492" y="607245"/>
                    <a:pt x="222175" y="656794"/>
                  </a:cubicBezTo>
                  <a:cubicBezTo>
                    <a:pt x="263952" y="687883"/>
                    <a:pt x="311557" y="725774"/>
                    <a:pt x="364993" y="770465"/>
                  </a:cubicBezTo>
                  <a:cubicBezTo>
                    <a:pt x="397054" y="696627"/>
                    <a:pt x="423772" y="601901"/>
                    <a:pt x="445146" y="486287"/>
                  </a:cubicBezTo>
                  <a:close/>
                </a:path>
              </a:pathLst>
            </a:custGeom>
            <a:solidFill>
              <a:srgbClr val="EAC89F">
                <a:alpha val="25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8" name="任意多边形 37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11261807" y="3008894"/>
              <a:ext cx="593949" cy="915322"/>
            </a:xfrm>
            <a:custGeom>
              <a:avLst/>
              <a:gdLst/>
              <a:ahLst/>
              <a:cxnLst/>
              <a:rect l="l" t="t" r="r" b="b"/>
              <a:pathLst>
                <a:path w="775957" h="1195810">
                  <a:moveTo>
                    <a:pt x="555569" y="208"/>
                  </a:moveTo>
                  <a:cubicBezTo>
                    <a:pt x="564799" y="1180"/>
                    <a:pt x="574515" y="5552"/>
                    <a:pt x="584716" y="13324"/>
                  </a:cubicBezTo>
                  <a:cubicBezTo>
                    <a:pt x="607062" y="29841"/>
                    <a:pt x="631350" y="54129"/>
                    <a:pt x="657582" y="86191"/>
                  </a:cubicBezTo>
                  <a:cubicBezTo>
                    <a:pt x="673127" y="107565"/>
                    <a:pt x="671670" y="128453"/>
                    <a:pt x="653210" y="148855"/>
                  </a:cubicBezTo>
                  <a:cubicBezTo>
                    <a:pt x="564799" y="248925"/>
                    <a:pt x="478817" y="329078"/>
                    <a:pt x="395264" y="389314"/>
                  </a:cubicBezTo>
                  <a:cubicBezTo>
                    <a:pt x="435097" y="430119"/>
                    <a:pt x="460843" y="481125"/>
                    <a:pt x="472502" y="542333"/>
                  </a:cubicBezTo>
                  <a:lnTo>
                    <a:pt x="478331" y="574394"/>
                  </a:lnTo>
                  <a:cubicBezTo>
                    <a:pt x="498734" y="573423"/>
                    <a:pt x="519622" y="571965"/>
                    <a:pt x="540996" y="570022"/>
                  </a:cubicBezTo>
                  <a:cubicBezTo>
                    <a:pt x="610948" y="564193"/>
                    <a:pt x="655639" y="553506"/>
                    <a:pt x="675070" y="537961"/>
                  </a:cubicBezTo>
                  <a:cubicBezTo>
                    <a:pt x="709074" y="510758"/>
                    <a:pt x="737735" y="519502"/>
                    <a:pt x="761052" y="564193"/>
                  </a:cubicBezTo>
                  <a:cubicBezTo>
                    <a:pt x="775626" y="589453"/>
                    <a:pt x="779512" y="611313"/>
                    <a:pt x="772711" y="629773"/>
                  </a:cubicBezTo>
                  <a:cubicBezTo>
                    <a:pt x="766882" y="646289"/>
                    <a:pt x="753280" y="655033"/>
                    <a:pt x="731906" y="656004"/>
                  </a:cubicBezTo>
                  <a:lnTo>
                    <a:pt x="488532" y="666206"/>
                  </a:lnTo>
                  <a:cubicBezTo>
                    <a:pt x="501163" y="789593"/>
                    <a:pt x="498248" y="908121"/>
                    <a:pt x="479788" y="1021793"/>
                  </a:cubicBezTo>
                  <a:cubicBezTo>
                    <a:pt x="469101" y="1091745"/>
                    <a:pt x="445298" y="1141779"/>
                    <a:pt x="408380" y="1171897"/>
                  </a:cubicBezTo>
                  <a:cubicBezTo>
                    <a:pt x="385062" y="1190357"/>
                    <a:pt x="363202" y="1198129"/>
                    <a:pt x="342800" y="1195215"/>
                  </a:cubicBezTo>
                  <a:cubicBezTo>
                    <a:pt x="322397" y="1193271"/>
                    <a:pt x="310253" y="1182099"/>
                    <a:pt x="306367" y="1161696"/>
                  </a:cubicBezTo>
                  <a:cubicBezTo>
                    <a:pt x="302481" y="1141294"/>
                    <a:pt x="266047" y="1112633"/>
                    <a:pt x="197067" y="1075714"/>
                  </a:cubicBezTo>
                  <a:cubicBezTo>
                    <a:pt x="181523" y="1067941"/>
                    <a:pt x="174722" y="1058712"/>
                    <a:pt x="176665" y="1048025"/>
                  </a:cubicBezTo>
                  <a:cubicBezTo>
                    <a:pt x="177636" y="1037338"/>
                    <a:pt x="186380" y="1032966"/>
                    <a:pt x="202897" y="1034909"/>
                  </a:cubicBezTo>
                  <a:cubicBezTo>
                    <a:pt x="261190" y="1037823"/>
                    <a:pt x="296651" y="1038309"/>
                    <a:pt x="309281" y="1036366"/>
                  </a:cubicBezTo>
                  <a:cubicBezTo>
                    <a:pt x="321912" y="1034423"/>
                    <a:pt x="329198" y="1027137"/>
                    <a:pt x="331141" y="1014506"/>
                  </a:cubicBezTo>
                  <a:cubicBezTo>
                    <a:pt x="347658" y="900835"/>
                    <a:pt x="353487" y="786678"/>
                    <a:pt x="348629" y="672035"/>
                  </a:cubicBezTo>
                  <a:lnTo>
                    <a:pt x="46963" y="686608"/>
                  </a:lnTo>
                  <a:cubicBezTo>
                    <a:pt x="26560" y="686608"/>
                    <a:pt x="12473" y="673978"/>
                    <a:pt x="4700" y="648718"/>
                  </a:cubicBezTo>
                  <a:cubicBezTo>
                    <a:pt x="-5015" y="614713"/>
                    <a:pt x="328" y="596740"/>
                    <a:pt x="20731" y="594797"/>
                  </a:cubicBezTo>
                  <a:cubicBezTo>
                    <a:pt x="224757" y="586053"/>
                    <a:pt x="332113" y="581681"/>
                    <a:pt x="342800" y="581681"/>
                  </a:cubicBezTo>
                  <a:lnTo>
                    <a:pt x="339885" y="556906"/>
                  </a:lnTo>
                  <a:cubicBezTo>
                    <a:pt x="333084" y="491812"/>
                    <a:pt x="308796" y="426719"/>
                    <a:pt x="267019" y="361625"/>
                  </a:cubicBezTo>
                  <a:cubicBezTo>
                    <a:pt x="228157" y="297503"/>
                    <a:pt x="241759" y="284872"/>
                    <a:pt x="307824" y="323734"/>
                  </a:cubicBezTo>
                  <a:lnTo>
                    <a:pt x="325312" y="333936"/>
                  </a:lnTo>
                  <a:cubicBezTo>
                    <a:pt x="402064" y="224151"/>
                    <a:pt x="448699" y="155656"/>
                    <a:pt x="465215" y="128453"/>
                  </a:cubicBezTo>
                  <a:lnTo>
                    <a:pt x="95055" y="148855"/>
                  </a:lnTo>
                  <a:cubicBezTo>
                    <a:pt x="71737" y="149827"/>
                    <a:pt x="56193" y="135254"/>
                    <a:pt x="48420" y="105136"/>
                  </a:cubicBezTo>
                  <a:cubicBezTo>
                    <a:pt x="41619" y="82790"/>
                    <a:pt x="40162" y="68217"/>
                    <a:pt x="44048" y="61416"/>
                  </a:cubicBezTo>
                  <a:cubicBezTo>
                    <a:pt x="47934" y="54615"/>
                    <a:pt x="58136" y="51215"/>
                    <a:pt x="74652" y="51215"/>
                  </a:cubicBezTo>
                  <a:cubicBezTo>
                    <a:pt x="228157" y="45385"/>
                    <a:pt x="353973" y="38584"/>
                    <a:pt x="452099" y="30812"/>
                  </a:cubicBezTo>
                  <a:cubicBezTo>
                    <a:pt x="482217" y="29841"/>
                    <a:pt x="506506" y="23040"/>
                    <a:pt x="524966" y="10410"/>
                  </a:cubicBezTo>
                  <a:lnTo>
                    <a:pt x="529337" y="7495"/>
                  </a:lnTo>
                  <a:cubicBezTo>
                    <a:pt x="537596" y="1666"/>
                    <a:pt x="546340" y="-763"/>
                    <a:pt x="555569" y="208"/>
                  </a:cubicBezTo>
                  <a:close/>
                </a:path>
              </a:pathLst>
            </a:custGeom>
            <a:solidFill>
              <a:srgbClr val="EAC89F">
                <a:alpha val="25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任意多边形 35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10333522" y="3013299"/>
              <a:ext cx="318653" cy="232274"/>
            </a:xfrm>
            <a:custGeom>
              <a:avLst/>
              <a:gdLst/>
              <a:ahLst/>
              <a:cxnLst/>
              <a:rect l="l" t="t" r="r" b="b"/>
              <a:pathLst>
                <a:path w="318653" h="232274">
                  <a:moveTo>
                    <a:pt x="128990" y="57"/>
                  </a:moveTo>
                  <a:cubicBezTo>
                    <a:pt x="181616" y="-1040"/>
                    <a:pt x="227663" y="13761"/>
                    <a:pt x="267133" y="44460"/>
                  </a:cubicBezTo>
                  <a:cubicBezTo>
                    <a:pt x="320460" y="83753"/>
                    <a:pt x="332388" y="130064"/>
                    <a:pt x="302918" y="183391"/>
                  </a:cubicBezTo>
                  <a:cubicBezTo>
                    <a:pt x="288884" y="212861"/>
                    <a:pt x="269238" y="229000"/>
                    <a:pt x="243977" y="231807"/>
                  </a:cubicBezTo>
                  <a:cubicBezTo>
                    <a:pt x="220120" y="234613"/>
                    <a:pt x="197667" y="224790"/>
                    <a:pt x="176617" y="202336"/>
                  </a:cubicBezTo>
                  <a:cubicBezTo>
                    <a:pt x="140129" y="164446"/>
                    <a:pt x="86802" y="118837"/>
                    <a:pt x="16635" y="65510"/>
                  </a:cubicBezTo>
                  <a:cubicBezTo>
                    <a:pt x="-8626" y="44460"/>
                    <a:pt x="-5117" y="29023"/>
                    <a:pt x="27160" y="19199"/>
                  </a:cubicBezTo>
                  <a:cubicBezTo>
                    <a:pt x="63471" y="7095"/>
                    <a:pt x="97415" y="715"/>
                    <a:pt x="128990" y="57"/>
                  </a:cubicBezTo>
                  <a:close/>
                </a:path>
              </a:pathLst>
            </a:custGeom>
            <a:solidFill>
              <a:srgbClr val="EAC89F">
                <a:alpha val="25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任意多边形 30">
              <a:extLst>
                <a:ext uri="{FF2B5EF4-FFF2-40B4-BE49-F238E27FC236}">
                  <a16:creationId xmlns:a16="http://schemas.microsoft.com/office/drawing/2014/main" id="{B2EE8D6A-1E4F-445F-BC97-F3BF97B20DF3}"/>
                </a:ext>
              </a:extLst>
            </p:cNvPr>
            <p:cNvSpPr/>
            <p:nvPr/>
          </p:nvSpPr>
          <p:spPr>
            <a:xfrm>
              <a:off x="7768338" y="1483065"/>
              <a:ext cx="445400" cy="396073"/>
            </a:xfrm>
            <a:custGeom>
              <a:avLst/>
              <a:gdLst/>
              <a:ahLst/>
              <a:cxnLst/>
              <a:rect l="l" t="t" r="r" b="b"/>
              <a:pathLst>
                <a:path w="528808" h="470244">
                  <a:moveTo>
                    <a:pt x="33022" y="132"/>
                  </a:moveTo>
                  <a:cubicBezTo>
                    <a:pt x="38373" y="395"/>
                    <a:pt x="44381" y="1053"/>
                    <a:pt x="51047" y="2105"/>
                  </a:cubicBezTo>
                  <a:cubicBezTo>
                    <a:pt x="222255" y="30172"/>
                    <a:pt x="361889" y="105953"/>
                    <a:pt x="469947" y="229448"/>
                  </a:cubicBezTo>
                  <a:cubicBezTo>
                    <a:pt x="535904" y="308035"/>
                    <a:pt x="546429" y="376098"/>
                    <a:pt x="501522" y="433635"/>
                  </a:cubicBezTo>
                  <a:cubicBezTo>
                    <a:pt x="480472" y="461703"/>
                    <a:pt x="455211" y="473631"/>
                    <a:pt x="425741" y="469421"/>
                  </a:cubicBezTo>
                  <a:cubicBezTo>
                    <a:pt x="396271" y="463807"/>
                    <a:pt x="368204" y="442055"/>
                    <a:pt x="341540" y="404165"/>
                  </a:cubicBezTo>
                  <a:cubicBezTo>
                    <a:pt x="271373" y="304527"/>
                    <a:pt x="165420" y="186646"/>
                    <a:pt x="23681" y="50521"/>
                  </a:cubicBezTo>
                  <a:cubicBezTo>
                    <a:pt x="2631" y="30874"/>
                    <a:pt x="-4386" y="16841"/>
                    <a:pt x="2631" y="8420"/>
                  </a:cubicBezTo>
                  <a:cubicBezTo>
                    <a:pt x="6841" y="2105"/>
                    <a:pt x="16972" y="-658"/>
                    <a:pt x="33022" y="132"/>
                  </a:cubicBezTo>
                  <a:close/>
                </a:path>
              </a:pathLst>
            </a:custGeom>
            <a:solidFill>
              <a:srgbClr val="EAC89F">
                <a:alpha val="25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DC9F56"/>
                    </a:gs>
                    <a:gs pos="99000">
                      <a:srgbClr val="E3B479">
                        <a:alpha val="0"/>
                      </a:srgbClr>
                    </a:gs>
                    <a:gs pos="61688">
                      <a:srgbClr val="EED2B0"/>
                    </a:gs>
                    <a:gs pos="35000">
                      <a:srgbClr val="E8C294"/>
                    </a:gs>
                  </a:gsLst>
                  <a:lin ang="54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C45C5F8-D82A-47D9-AA2E-61A5D37135BF}"/>
              </a:ext>
            </a:extLst>
          </p:cNvPr>
          <p:cNvGrpSpPr/>
          <p:nvPr/>
        </p:nvGrpSpPr>
        <p:grpSpPr>
          <a:xfrm>
            <a:off x="4320041" y="5353466"/>
            <a:ext cx="3551919" cy="235078"/>
            <a:chOff x="3179212" y="3229179"/>
            <a:chExt cx="6323603" cy="418517"/>
          </a:xfrm>
        </p:grpSpPr>
        <p:sp>
          <p:nvSpPr>
            <p:cNvPr id="40" name="任意多边形: 形状 3">
              <a:extLst>
                <a:ext uri="{FF2B5EF4-FFF2-40B4-BE49-F238E27FC236}">
                  <a16:creationId xmlns:a16="http://schemas.microsoft.com/office/drawing/2014/main" id="{AA7034C2-3DDE-4EB0-A37F-195C21FAC722}"/>
                </a:ext>
              </a:extLst>
            </p:cNvPr>
            <p:cNvSpPr/>
            <p:nvPr/>
          </p:nvSpPr>
          <p:spPr>
            <a:xfrm>
              <a:off x="3408596" y="3287385"/>
              <a:ext cx="4618298" cy="278116"/>
            </a:xfrm>
            <a:custGeom>
              <a:avLst/>
              <a:gdLst>
                <a:gd name="connsiteX0" fmla="*/ 0 w 4618298"/>
                <a:gd name="connsiteY0" fmla="*/ 278116 h 278116"/>
                <a:gd name="connsiteX1" fmla="*/ 1365812 w 4618298"/>
                <a:gd name="connsiteY1" fmla="*/ 324 h 278116"/>
                <a:gd name="connsiteX2" fmla="*/ 2581154 w 4618298"/>
                <a:gd name="connsiteY2" fmla="*/ 220243 h 278116"/>
                <a:gd name="connsiteX3" fmla="*/ 4004840 w 4618298"/>
                <a:gd name="connsiteY3" fmla="*/ 127645 h 278116"/>
                <a:gd name="connsiteX4" fmla="*/ 4618298 w 4618298"/>
                <a:gd name="connsiteY4" fmla="*/ 11898 h 27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8298" h="278116">
                  <a:moveTo>
                    <a:pt x="0" y="278116"/>
                  </a:moveTo>
                  <a:cubicBezTo>
                    <a:pt x="467810" y="144042"/>
                    <a:pt x="935620" y="9969"/>
                    <a:pt x="1365812" y="324"/>
                  </a:cubicBezTo>
                  <a:cubicBezTo>
                    <a:pt x="1796004" y="-9321"/>
                    <a:pt x="2141316" y="199023"/>
                    <a:pt x="2581154" y="220243"/>
                  </a:cubicBezTo>
                  <a:cubicBezTo>
                    <a:pt x="3020992" y="241463"/>
                    <a:pt x="3665316" y="162369"/>
                    <a:pt x="4004840" y="127645"/>
                  </a:cubicBezTo>
                  <a:cubicBezTo>
                    <a:pt x="4344364" y="92921"/>
                    <a:pt x="4481331" y="52409"/>
                    <a:pt x="4618298" y="11898"/>
                  </a:cubicBezTo>
                </a:path>
              </a:pathLst>
            </a:custGeom>
            <a:noFill/>
            <a:ln w="22225">
              <a:gradFill>
                <a:gsLst>
                  <a:gs pos="1000">
                    <a:srgbClr val="EED2B0">
                      <a:alpha val="0"/>
                    </a:srgbClr>
                  </a:gs>
                  <a:gs pos="53000">
                    <a:srgbClr val="DC9F56"/>
                  </a:gs>
                  <a:gs pos="69000">
                    <a:srgbClr val="EED2B0"/>
                  </a:gs>
                  <a:gs pos="86000">
                    <a:srgbClr val="DAB076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任意多边形: 形状 4">
              <a:extLst>
                <a:ext uri="{FF2B5EF4-FFF2-40B4-BE49-F238E27FC236}">
                  <a16:creationId xmlns:a16="http://schemas.microsoft.com/office/drawing/2014/main" id="{F49EC666-205A-4E34-8E6C-321160D4BAAE}"/>
                </a:ext>
              </a:extLst>
            </p:cNvPr>
            <p:cNvSpPr/>
            <p:nvPr/>
          </p:nvSpPr>
          <p:spPr>
            <a:xfrm>
              <a:off x="5208608" y="3229179"/>
              <a:ext cx="4294207" cy="373291"/>
            </a:xfrm>
            <a:custGeom>
              <a:avLst/>
              <a:gdLst>
                <a:gd name="connsiteX0" fmla="*/ 0 w 4294207"/>
                <a:gd name="connsiteY0" fmla="*/ 335824 h 373291"/>
                <a:gd name="connsiteX1" fmla="*/ 92597 w 4294207"/>
                <a:gd name="connsiteY1" fmla="*/ 324249 h 373291"/>
                <a:gd name="connsiteX2" fmla="*/ 1539433 w 4294207"/>
                <a:gd name="connsiteY2" fmla="*/ 158 h 373291"/>
                <a:gd name="connsiteX3" fmla="*/ 3020992 w 4294207"/>
                <a:gd name="connsiteY3" fmla="*/ 370548 h 373291"/>
                <a:gd name="connsiteX4" fmla="*/ 4294207 w 4294207"/>
                <a:gd name="connsiteY4" fmla="*/ 139054 h 37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4207" h="373291">
                  <a:moveTo>
                    <a:pt x="0" y="335824"/>
                  </a:moveTo>
                  <a:lnTo>
                    <a:pt x="92597" y="324249"/>
                  </a:lnTo>
                  <a:cubicBezTo>
                    <a:pt x="349169" y="268305"/>
                    <a:pt x="1051367" y="-7558"/>
                    <a:pt x="1539433" y="158"/>
                  </a:cubicBezTo>
                  <a:cubicBezTo>
                    <a:pt x="2027499" y="7874"/>
                    <a:pt x="2561863" y="347399"/>
                    <a:pt x="3020992" y="370548"/>
                  </a:cubicBezTo>
                  <a:cubicBezTo>
                    <a:pt x="3480121" y="393697"/>
                    <a:pt x="3887164" y="266375"/>
                    <a:pt x="4294207" y="139054"/>
                  </a:cubicBezTo>
                </a:path>
              </a:pathLst>
            </a:custGeom>
            <a:noFill/>
            <a:ln w="22225">
              <a:gradFill>
                <a:gsLst>
                  <a:gs pos="1000">
                    <a:srgbClr val="EED2B0">
                      <a:alpha val="0"/>
                    </a:srgbClr>
                  </a:gs>
                  <a:gs pos="53000">
                    <a:srgbClr val="DC9F56"/>
                  </a:gs>
                  <a:gs pos="83000">
                    <a:srgbClr val="EED2B0"/>
                  </a:gs>
                  <a:gs pos="100000">
                    <a:srgbClr val="DAB076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任意多边形: 形状 5">
              <a:extLst>
                <a:ext uri="{FF2B5EF4-FFF2-40B4-BE49-F238E27FC236}">
                  <a16:creationId xmlns:a16="http://schemas.microsoft.com/office/drawing/2014/main" id="{A13CFF55-008D-4C2C-8141-1B3E741BA46C}"/>
                </a:ext>
              </a:extLst>
            </p:cNvPr>
            <p:cNvSpPr/>
            <p:nvPr/>
          </p:nvSpPr>
          <p:spPr>
            <a:xfrm>
              <a:off x="3179212" y="3366956"/>
              <a:ext cx="1620307" cy="280740"/>
            </a:xfrm>
            <a:custGeom>
              <a:avLst/>
              <a:gdLst>
                <a:gd name="connsiteX0" fmla="*/ 0 w 2210764"/>
                <a:gd name="connsiteY0" fmla="*/ 383045 h 383045"/>
                <a:gd name="connsiteX1" fmla="*/ 949124 w 2210764"/>
                <a:gd name="connsiteY1" fmla="*/ 1081 h 383045"/>
                <a:gd name="connsiteX2" fmla="*/ 2210764 w 2210764"/>
                <a:gd name="connsiteY2" fmla="*/ 290448 h 3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0764" h="383045">
                  <a:moveTo>
                    <a:pt x="0" y="383045"/>
                  </a:moveTo>
                  <a:cubicBezTo>
                    <a:pt x="290331" y="199779"/>
                    <a:pt x="580663" y="16514"/>
                    <a:pt x="949124" y="1081"/>
                  </a:cubicBezTo>
                  <a:cubicBezTo>
                    <a:pt x="1317585" y="-14352"/>
                    <a:pt x="1764174" y="138048"/>
                    <a:pt x="2210764" y="290448"/>
                  </a:cubicBezTo>
                </a:path>
              </a:pathLst>
            </a:custGeom>
            <a:noFill/>
            <a:ln w="22225">
              <a:gradFill>
                <a:gsLst>
                  <a:gs pos="1000">
                    <a:srgbClr val="EED2B0">
                      <a:alpha val="0"/>
                    </a:srgbClr>
                  </a:gs>
                  <a:gs pos="53000">
                    <a:srgbClr val="DC9F56">
                      <a:alpha val="61000"/>
                    </a:srgbClr>
                  </a:gs>
                  <a:gs pos="83000">
                    <a:srgbClr val="EED2B0">
                      <a:alpha val="66000"/>
                    </a:srgbClr>
                  </a:gs>
                  <a:gs pos="100000">
                    <a:srgbClr val="DAB076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任意多边形: 形状 47">
              <a:extLst>
                <a:ext uri="{FF2B5EF4-FFF2-40B4-BE49-F238E27FC236}">
                  <a16:creationId xmlns:a16="http://schemas.microsoft.com/office/drawing/2014/main" id="{08D4F817-4F27-4C3A-9CD3-6AF308C91E45}"/>
                </a:ext>
              </a:extLst>
            </p:cNvPr>
            <p:cNvSpPr/>
            <p:nvPr/>
          </p:nvSpPr>
          <p:spPr>
            <a:xfrm>
              <a:off x="7541529" y="3306073"/>
              <a:ext cx="1758158" cy="235575"/>
            </a:xfrm>
            <a:custGeom>
              <a:avLst/>
              <a:gdLst>
                <a:gd name="connsiteX0" fmla="*/ 0 w 2210764"/>
                <a:gd name="connsiteY0" fmla="*/ 383045 h 383045"/>
                <a:gd name="connsiteX1" fmla="*/ 949124 w 2210764"/>
                <a:gd name="connsiteY1" fmla="*/ 1081 h 383045"/>
                <a:gd name="connsiteX2" fmla="*/ 2210764 w 2210764"/>
                <a:gd name="connsiteY2" fmla="*/ 290448 h 383045"/>
                <a:gd name="connsiteX0" fmla="*/ 0 w 2400540"/>
                <a:gd name="connsiteY0" fmla="*/ 319398 h 319398"/>
                <a:gd name="connsiteX1" fmla="*/ 1138900 w 2400540"/>
                <a:gd name="connsiteY1" fmla="*/ 128 h 319398"/>
                <a:gd name="connsiteX2" fmla="*/ 2400540 w 2400540"/>
                <a:gd name="connsiteY2" fmla="*/ 289495 h 319398"/>
                <a:gd name="connsiteX0" fmla="*/ 0 w 2400540"/>
                <a:gd name="connsiteY0" fmla="*/ 322505 h 322505"/>
                <a:gd name="connsiteX1" fmla="*/ 416788 w 2400540"/>
                <a:gd name="connsiteY1" fmla="*/ 148401 h 322505"/>
                <a:gd name="connsiteX2" fmla="*/ 1138900 w 2400540"/>
                <a:gd name="connsiteY2" fmla="*/ 3235 h 322505"/>
                <a:gd name="connsiteX3" fmla="*/ 2400540 w 2400540"/>
                <a:gd name="connsiteY3" fmla="*/ 292602 h 322505"/>
                <a:gd name="connsiteX0" fmla="*/ 0 w 2400540"/>
                <a:gd name="connsiteY0" fmla="*/ 319384 h 336345"/>
                <a:gd name="connsiteX1" fmla="*/ 431386 w 2400540"/>
                <a:gd name="connsiteY1" fmla="*/ 317687 h 336345"/>
                <a:gd name="connsiteX2" fmla="*/ 1138900 w 2400540"/>
                <a:gd name="connsiteY2" fmla="*/ 114 h 336345"/>
                <a:gd name="connsiteX3" fmla="*/ 2400540 w 2400540"/>
                <a:gd name="connsiteY3" fmla="*/ 289481 h 336345"/>
                <a:gd name="connsiteX0" fmla="*/ 0 w 2517325"/>
                <a:gd name="connsiteY0" fmla="*/ 366404 h 366404"/>
                <a:gd name="connsiteX1" fmla="*/ 548171 w 2517325"/>
                <a:gd name="connsiteY1" fmla="*/ 317687 h 366404"/>
                <a:gd name="connsiteX2" fmla="*/ 1255685 w 2517325"/>
                <a:gd name="connsiteY2" fmla="*/ 114 h 366404"/>
                <a:gd name="connsiteX3" fmla="*/ 2517325 w 2517325"/>
                <a:gd name="connsiteY3" fmla="*/ 289481 h 366404"/>
                <a:gd name="connsiteX0" fmla="*/ 0 w 2517325"/>
                <a:gd name="connsiteY0" fmla="*/ 366292 h 366292"/>
                <a:gd name="connsiteX1" fmla="*/ 548171 w 2517325"/>
                <a:gd name="connsiteY1" fmla="*/ 286228 h 366292"/>
                <a:gd name="connsiteX2" fmla="*/ 1255685 w 2517325"/>
                <a:gd name="connsiteY2" fmla="*/ 2 h 366292"/>
                <a:gd name="connsiteX3" fmla="*/ 2517325 w 2517325"/>
                <a:gd name="connsiteY3" fmla="*/ 289369 h 366292"/>
                <a:gd name="connsiteX0" fmla="*/ 0 w 2517325"/>
                <a:gd name="connsiteY0" fmla="*/ 368841 h 368841"/>
                <a:gd name="connsiteX1" fmla="*/ 548171 w 2517325"/>
                <a:gd name="connsiteY1" fmla="*/ 288777 h 368841"/>
                <a:gd name="connsiteX2" fmla="*/ 1255685 w 2517325"/>
                <a:gd name="connsiteY2" fmla="*/ 2551 h 368841"/>
                <a:gd name="connsiteX3" fmla="*/ 2132876 w 2517325"/>
                <a:gd name="connsiteY3" fmla="*/ 156162 h 368841"/>
                <a:gd name="connsiteX4" fmla="*/ 2517325 w 2517325"/>
                <a:gd name="connsiteY4" fmla="*/ 291918 h 368841"/>
                <a:gd name="connsiteX0" fmla="*/ 0 w 2554226"/>
                <a:gd name="connsiteY0" fmla="*/ 368841 h 368841"/>
                <a:gd name="connsiteX1" fmla="*/ 548171 w 2554226"/>
                <a:gd name="connsiteY1" fmla="*/ 288777 h 368841"/>
                <a:gd name="connsiteX2" fmla="*/ 1255685 w 2554226"/>
                <a:gd name="connsiteY2" fmla="*/ 2551 h 368841"/>
                <a:gd name="connsiteX3" fmla="*/ 2132876 w 2554226"/>
                <a:gd name="connsiteY3" fmla="*/ 156162 h 368841"/>
                <a:gd name="connsiteX4" fmla="*/ 2554226 w 2554226"/>
                <a:gd name="connsiteY4" fmla="*/ 347384 h 368841"/>
                <a:gd name="connsiteX0" fmla="*/ 0 w 2554226"/>
                <a:gd name="connsiteY0" fmla="*/ 366820 h 366820"/>
                <a:gd name="connsiteX1" fmla="*/ 548171 w 2554226"/>
                <a:gd name="connsiteY1" fmla="*/ 286756 h 366820"/>
                <a:gd name="connsiteX2" fmla="*/ 1255685 w 2554226"/>
                <a:gd name="connsiteY2" fmla="*/ 530 h 366820"/>
                <a:gd name="connsiteX3" fmla="*/ 2073835 w 2554226"/>
                <a:gd name="connsiteY3" fmla="*/ 217531 h 366820"/>
                <a:gd name="connsiteX4" fmla="*/ 2554226 w 2554226"/>
                <a:gd name="connsiteY4" fmla="*/ 345363 h 366820"/>
                <a:gd name="connsiteX0" fmla="*/ 0 w 2554226"/>
                <a:gd name="connsiteY0" fmla="*/ 366820 h 366820"/>
                <a:gd name="connsiteX1" fmla="*/ 548171 w 2554226"/>
                <a:gd name="connsiteY1" fmla="*/ 286756 h 366820"/>
                <a:gd name="connsiteX2" fmla="*/ 1255685 w 2554226"/>
                <a:gd name="connsiteY2" fmla="*/ 530 h 366820"/>
                <a:gd name="connsiteX3" fmla="*/ 2073835 w 2554226"/>
                <a:gd name="connsiteY3" fmla="*/ 217531 h 366820"/>
                <a:gd name="connsiteX4" fmla="*/ 2554226 w 2554226"/>
                <a:gd name="connsiteY4" fmla="*/ 345363 h 366820"/>
                <a:gd name="connsiteX0" fmla="*/ 0 w 2554226"/>
                <a:gd name="connsiteY0" fmla="*/ 366577 h 366577"/>
                <a:gd name="connsiteX1" fmla="*/ 548171 w 2554226"/>
                <a:gd name="connsiteY1" fmla="*/ 286513 h 366577"/>
                <a:gd name="connsiteX2" fmla="*/ 1255685 w 2554226"/>
                <a:gd name="connsiteY2" fmla="*/ 287 h 366577"/>
                <a:gd name="connsiteX3" fmla="*/ 2554226 w 2554226"/>
                <a:gd name="connsiteY3" fmla="*/ 345120 h 366577"/>
                <a:gd name="connsiteX0" fmla="*/ 0 w 2554226"/>
                <a:gd name="connsiteY0" fmla="*/ 366577 h 366577"/>
                <a:gd name="connsiteX1" fmla="*/ 548171 w 2554226"/>
                <a:gd name="connsiteY1" fmla="*/ 286513 h 366577"/>
                <a:gd name="connsiteX2" fmla="*/ 1255685 w 2554226"/>
                <a:gd name="connsiteY2" fmla="*/ 287 h 366577"/>
                <a:gd name="connsiteX3" fmla="*/ 2554226 w 2554226"/>
                <a:gd name="connsiteY3" fmla="*/ 345120 h 366577"/>
                <a:gd name="connsiteX0" fmla="*/ 0 w 2554226"/>
                <a:gd name="connsiteY0" fmla="*/ 377521 h 377521"/>
                <a:gd name="connsiteX1" fmla="*/ 548171 w 2554226"/>
                <a:gd name="connsiteY1" fmla="*/ 297457 h 377521"/>
                <a:gd name="connsiteX2" fmla="*/ 1255685 w 2554226"/>
                <a:gd name="connsiteY2" fmla="*/ 11231 h 377521"/>
                <a:gd name="connsiteX3" fmla="*/ 2554226 w 2554226"/>
                <a:gd name="connsiteY3" fmla="*/ 356064 h 377521"/>
                <a:gd name="connsiteX0" fmla="*/ 0 w 2554226"/>
                <a:gd name="connsiteY0" fmla="*/ 366290 h 366290"/>
                <a:gd name="connsiteX1" fmla="*/ 1255685 w 2554226"/>
                <a:gd name="connsiteY1" fmla="*/ 0 h 366290"/>
                <a:gd name="connsiteX2" fmla="*/ 2554226 w 2554226"/>
                <a:gd name="connsiteY2" fmla="*/ 344833 h 366290"/>
                <a:gd name="connsiteX0" fmla="*/ 0 w 2554226"/>
                <a:gd name="connsiteY0" fmla="*/ 394092 h 394092"/>
                <a:gd name="connsiteX1" fmla="*/ 1255685 w 2554226"/>
                <a:gd name="connsiteY1" fmla="*/ 27802 h 394092"/>
                <a:gd name="connsiteX2" fmla="*/ 2554226 w 2554226"/>
                <a:gd name="connsiteY2" fmla="*/ 372635 h 394092"/>
                <a:gd name="connsiteX0" fmla="*/ 0 w 2554226"/>
                <a:gd name="connsiteY0" fmla="*/ 388336 h 388336"/>
                <a:gd name="connsiteX1" fmla="*/ 1255685 w 2554226"/>
                <a:gd name="connsiteY1" fmla="*/ 22046 h 388336"/>
                <a:gd name="connsiteX2" fmla="*/ 2554226 w 2554226"/>
                <a:gd name="connsiteY2" fmla="*/ 366879 h 388336"/>
                <a:gd name="connsiteX0" fmla="*/ 0 w 2554226"/>
                <a:gd name="connsiteY0" fmla="*/ 366291 h 366291"/>
                <a:gd name="connsiteX1" fmla="*/ 1255685 w 2554226"/>
                <a:gd name="connsiteY1" fmla="*/ 1 h 366291"/>
                <a:gd name="connsiteX2" fmla="*/ 2554226 w 2554226"/>
                <a:gd name="connsiteY2" fmla="*/ 344834 h 366291"/>
                <a:gd name="connsiteX0" fmla="*/ 0 w 2554226"/>
                <a:gd name="connsiteY0" fmla="*/ 366291 h 366291"/>
                <a:gd name="connsiteX1" fmla="*/ 1255685 w 2554226"/>
                <a:gd name="connsiteY1" fmla="*/ 1 h 366291"/>
                <a:gd name="connsiteX2" fmla="*/ 2554226 w 2554226"/>
                <a:gd name="connsiteY2" fmla="*/ 344834 h 366291"/>
                <a:gd name="connsiteX0" fmla="*/ 0 w 2554226"/>
                <a:gd name="connsiteY0" fmla="*/ 367732 h 367732"/>
                <a:gd name="connsiteX1" fmla="*/ 1255685 w 2554226"/>
                <a:gd name="connsiteY1" fmla="*/ 1442 h 367732"/>
                <a:gd name="connsiteX2" fmla="*/ 2554226 w 2554226"/>
                <a:gd name="connsiteY2" fmla="*/ 346275 h 367732"/>
                <a:gd name="connsiteX0" fmla="*/ 0 w 2554226"/>
                <a:gd name="connsiteY0" fmla="*/ 367448 h 367448"/>
                <a:gd name="connsiteX1" fmla="*/ 1255685 w 2554226"/>
                <a:gd name="connsiteY1" fmla="*/ 1158 h 367448"/>
                <a:gd name="connsiteX2" fmla="*/ 2554226 w 2554226"/>
                <a:gd name="connsiteY2" fmla="*/ 345991 h 367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4226" h="367448">
                  <a:moveTo>
                    <a:pt x="0" y="367448"/>
                  </a:moveTo>
                  <a:cubicBezTo>
                    <a:pt x="580925" y="316664"/>
                    <a:pt x="908239" y="-22256"/>
                    <a:pt x="1255685" y="1158"/>
                  </a:cubicBezTo>
                  <a:cubicBezTo>
                    <a:pt x="1692901" y="30621"/>
                    <a:pt x="1944210" y="282074"/>
                    <a:pt x="2554226" y="345991"/>
                  </a:cubicBezTo>
                </a:path>
              </a:pathLst>
            </a:custGeom>
            <a:noFill/>
            <a:ln w="22225">
              <a:gradFill>
                <a:gsLst>
                  <a:gs pos="1000">
                    <a:srgbClr val="EED2B0">
                      <a:alpha val="0"/>
                    </a:srgbClr>
                  </a:gs>
                  <a:gs pos="46000">
                    <a:srgbClr val="DC9F56">
                      <a:alpha val="47000"/>
                    </a:srgbClr>
                  </a:gs>
                  <a:gs pos="71000">
                    <a:srgbClr val="EED2B0">
                      <a:alpha val="39000"/>
                    </a:srgbClr>
                  </a:gs>
                  <a:gs pos="100000">
                    <a:srgbClr val="DAB076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026303" y="3434039"/>
            <a:ext cx="2133918" cy="338554"/>
            <a:chOff x="5237871" y="3517488"/>
            <a:chExt cx="1929035" cy="338554"/>
          </a:xfrm>
        </p:grpSpPr>
        <p:sp>
          <p:nvSpPr>
            <p:cNvPr id="13" name="矩形 12"/>
            <p:cNvSpPr/>
            <p:nvPr/>
          </p:nvSpPr>
          <p:spPr>
            <a:xfrm>
              <a:off x="5237871" y="3517488"/>
              <a:ext cx="1929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spc="300" dirty="0">
                  <a:gradFill>
                    <a:gsLst>
                      <a:gs pos="66000">
                        <a:srgbClr val="E6BB87"/>
                      </a:gs>
                      <a:gs pos="99000">
                        <a:srgbClr val="EED2B0">
                          <a:alpha val="0"/>
                        </a:srgbClr>
                      </a:gs>
                      <a:gs pos="33000">
                        <a:srgbClr val="EED2B0"/>
                      </a:gs>
                      <a:gs pos="3000">
                        <a:srgbClr val="DC9F56"/>
                      </a:gs>
                    </a:gsLst>
                    <a:lin ang="5400000" scaled="0"/>
                  </a:gradFill>
                  <a:cs typeface="+mn-ea"/>
                  <a:sym typeface="+mn-lt"/>
                </a:rPr>
                <a:t>以书为友演讲比赛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596BE88-75F7-4EDF-B874-DA3CFE926B7C}"/>
                </a:ext>
              </a:extLst>
            </p:cNvPr>
            <p:cNvCxnSpPr/>
            <p:nvPr/>
          </p:nvCxnSpPr>
          <p:spPr>
            <a:xfrm>
              <a:off x="5351131" y="3536655"/>
              <a:ext cx="1691815" cy="3470"/>
            </a:xfrm>
            <a:prstGeom prst="line">
              <a:avLst/>
            </a:prstGeom>
            <a:ln w="9525">
              <a:gradFill>
                <a:gsLst>
                  <a:gs pos="20000">
                    <a:srgbClr val="F8FAFD">
                      <a:alpha val="88000"/>
                    </a:srgbClr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6000">
                    <a:srgbClr val="FDFEFE">
                      <a:alpha val="88000"/>
                    </a:srgb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A5A9D8CF-76F9-4A54-9C37-915F5AAAC46D}"/>
                </a:ext>
              </a:extLst>
            </p:cNvPr>
            <p:cNvCxnSpPr/>
            <p:nvPr/>
          </p:nvCxnSpPr>
          <p:spPr>
            <a:xfrm flipV="1">
              <a:off x="5351131" y="3824642"/>
              <a:ext cx="1707468" cy="6362"/>
            </a:xfrm>
            <a:prstGeom prst="line">
              <a:avLst/>
            </a:prstGeom>
            <a:ln w="9525">
              <a:gradFill>
                <a:gsLst>
                  <a:gs pos="20000">
                    <a:srgbClr val="F8FAFD">
                      <a:alpha val="88000"/>
                    </a:srgbClr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8000">
                    <a:srgbClr val="FDFEFE">
                      <a:alpha val="88000"/>
                    </a:srgb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1324FD8F-502A-4F74-9797-0D0A44DED4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15"/>
          <a:stretch/>
        </p:blipFill>
        <p:spPr>
          <a:xfrm>
            <a:off x="764566" y="0"/>
            <a:ext cx="9568956" cy="670447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6792801-74D2-F63A-074E-83D5FD6740F6}"/>
              </a:ext>
            </a:extLst>
          </p:cNvPr>
          <p:cNvSpPr/>
          <p:nvPr/>
        </p:nvSpPr>
        <p:spPr>
          <a:xfrm>
            <a:off x="4423662" y="4936674"/>
            <a:ext cx="33446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spc="300" dirty="0">
                <a:gradFill>
                  <a:gsLst>
                    <a:gs pos="66000">
                      <a:srgbClr val="E6BB87"/>
                    </a:gs>
                    <a:gs pos="99000">
                      <a:srgbClr val="EED2B0">
                        <a:alpha val="0"/>
                      </a:srgbClr>
                    </a:gs>
                    <a:gs pos="33000">
                      <a:srgbClr val="EED2B0"/>
                    </a:gs>
                    <a:gs pos="3000">
                      <a:srgbClr val="DC9F56"/>
                    </a:gs>
                  </a:gsLst>
                  <a:lin ang="5400000" scaled="0"/>
                </a:gradFill>
                <a:latin typeface="华文仿宋" panose="02010600040101010101" pitchFamily="2" charset="-122"/>
                <a:ea typeface="华文仿宋" panose="02010600040101010101" pitchFamily="2" charset="-122"/>
                <a:cs typeface="+mn-ea"/>
                <a:sym typeface="+mn-lt"/>
              </a:rPr>
              <a:t>分享人：白雨轩</a:t>
            </a:r>
            <a:endParaRPr kumimoji="0" lang="zh-CN" altLang="en-US" sz="40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66000">
                    <a:srgbClr val="E6BB87"/>
                  </a:gs>
                  <a:gs pos="99000">
                    <a:srgbClr val="EED2B0">
                      <a:alpha val="0"/>
                    </a:srgbClr>
                  </a:gs>
                  <a:gs pos="33000">
                    <a:srgbClr val="EED2B0"/>
                  </a:gs>
                  <a:gs pos="3000">
                    <a:srgbClr val="DC9F56"/>
                  </a:gs>
                </a:gsLst>
                <a:lin ang="5400000" scaled="0"/>
              </a:gra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511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bhh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03z3rxjy">
      <a:majorFont>
        <a:latin typeface="印品黑体" panose="020F0302020204030204"/>
        <a:ea typeface="仓耳青禾体-谷力 W05"/>
        <a:cs typeface=""/>
      </a:majorFont>
      <a:minorFont>
        <a:latin typeface="印品黑体" panose="020F0502020204030204"/>
        <a:ea typeface="仓耳青禾体-谷力 W05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17</Words>
  <Application>Microsoft Office PowerPoint</Application>
  <PresentationFormat>宽屏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华文新魏</vt:lpstr>
      <vt:lpstr>Arial</vt:lpstr>
      <vt:lpstr>华文仿宋</vt:lpstr>
      <vt:lpstr>等线</vt:lpstr>
      <vt:lpstr>印品黑体</vt:lpstr>
      <vt:lpstr>微软雅黑</vt:lpstr>
      <vt:lpstr>第一PPT，www.1ppt.com</vt:lpstr>
      <vt:lpstr>自定义设计方案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读书</dc:title>
  <dc:creator>第一PPT</dc:creator>
  <cp:keywords>www.1ppt.com</cp:keywords>
  <dc:description>www.1ppt.com</dc:description>
  <cp:lastModifiedBy>雨轩 白</cp:lastModifiedBy>
  <cp:revision>51</cp:revision>
  <dcterms:created xsi:type="dcterms:W3CDTF">2019-07-25T08:57:14Z</dcterms:created>
  <dcterms:modified xsi:type="dcterms:W3CDTF">2024-12-06T04:19:28Z</dcterms:modified>
</cp:coreProperties>
</file>